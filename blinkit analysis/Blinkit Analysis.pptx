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00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1929307"/>
            <a:ext cx="11161325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Chart type : donut chart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          chart type : bar chart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 : stacked column chart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 : line chart 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123659"/>
            <a:ext cx="10505718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	chart type : donut/pie chart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	chart type : funnel map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	chart type : matrix card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390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vaishnavi pandey</cp:lastModifiedBy>
  <cp:revision>18</cp:revision>
  <dcterms:created xsi:type="dcterms:W3CDTF">2024-06-24T12:27:37Z</dcterms:created>
  <dcterms:modified xsi:type="dcterms:W3CDTF">2025-09-03T19:35:36Z</dcterms:modified>
</cp:coreProperties>
</file>